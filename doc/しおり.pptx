
<file path=[Content_Types].xml><?xml version="1.0" encoding="utf-8"?>
<Types xmlns="http://schemas.openxmlformats.org/package/2006/content-types"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4"/>
    <p:sldMasterId id="2147484044" r:id="rId5"/>
    <p:sldMasterId id="2147484070" r:id="rId6"/>
    <p:sldMasterId id="2147484094" r:id="rId7"/>
    <p:sldMasterId id="2147484119" r:id="rId8"/>
  </p:sldMasterIdLst>
  <p:notesMasterIdLst>
    <p:notesMasterId r:id="rId10"/>
  </p:notesMasterIdLst>
  <p:handoutMasterIdLst>
    <p:handoutMasterId r:id="rId11"/>
  </p:handoutMasterIdLst>
  <p:sldIdLst>
    <p:sldId id="267" r:id="rId9"/>
  </p:sldIdLst>
  <p:sldSz cx="6858000" cy="9906000" type="A4"/>
  <p:notesSz cx="9872663" cy="67421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C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730C1-2870-4DBE-8AFD-07A054AFAF99}" v="53" dt="2026-07-28T14:34:32.927"/>
    <p1510:client id="{A32D891B-A17A-557D-8F30-27A539BAEC5D}" v="14" dt="2026-07-28T12:54:41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7" autoAdjust="0"/>
    <p:restoredTop sz="94660"/>
  </p:normalViewPr>
  <p:slideViewPr>
    <p:cSldViewPr snapToGrid="0">
      <p:cViewPr>
        <p:scale>
          <a:sx n="150" d="100"/>
          <a:sy n="150" d="100"/>
        </p:scale>
        <p:origin x="1392" y="-285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86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Hafizuddin Bin Kamilin (宇部)" userId="dcc12b03-11b8-42c5-b91a-420a12a1d1e2" providerId="ADAL" clId="{C208E6D6-5F29-4ACC-84C5-187E083BCA60}"/>
    <pc:docChg chg="undo redo custSel addSld delSld modSld sldOrd">
      <pc:chgData name="Mohd Hafizuddin Bin Kamilin (宇部)" userId="dcc12b03-11b8-42c5-b91a-420a12a1d1e2" providerId="ADAL" clId="{C208E6D6-5F29-4ACC-84C5-187E083BCA60}" dt="2026-07-28T14:47:53.745" v="765" actId="208"/>
      <pc:docMkLst>
        <pc:docMk/>
      </pc:docMkLst>
      <pc:sldChg chg="addSp delSp modSp mod">
        <pc:chgData name="Mohd Hafizuddin Bin Kamilin (宇部)" userId="dcc12b03-11b8-42c5-b91a-420a12a1d1e2" providerId="ADAL" clId="{C208E6D6-5F29-4ACC-84C5-187E083BCA60}" dt="2026-07-28T14:47:53.745" v="765" actId="208"/>
        <pc:sldMkLst>
          <pc:docMk/>
          <pc:sldMk cId="833788671" sldId="267"/>
        </pc:sldMkLst>
        <pc:spChg chg="add del mod">
          <ac:chgData name="Mohd Hafizuddin Bin Kamilin (宇部)" userId="dcc12b03-11b8-42c5-b91a-420a12a1d1e2" providerId="ADAL" clId="{C208E6D6-5F29-4ACC-84C5-187E083BCA60}" dt="2026-07-28T14:25:56.265" v="639" actId="1076"/>
          <ac:spMkLst>
            <pc:docMk/>
            <pc:sldMk cId="833788671" sldId="267"/>
            <ac:spMk id="4" creationId="{00000000-0000-0000-0000-000000000000}"/>
          </ac:spMkLst>
        </pc:spChg>
        <pc:spChg chg="mod">
          <ac:chgData name="Mohd Hafizuddin Bin Kamilin (宇部)" userId="dcc12b03-11b8-42c5-b91a-420a12a1d1e2" providerId="ADAL" clId="{C208E6D6-5F29-4ACC-84C5-187E083BCA60}" dt="2026-07-28T13:09:28.108" v="43"/>
          <ac:spMkLst>
            <pc:docMk/>
            <pc:sldMk cId="833788671" sldId="267"/>
            <ac:spMk id="6" creationId="{00000000-0000-0000-0000-000000000000}"/>
          </ac:spMkLst>
        </pc:spChg>
        <pc:spChg chg="mod">
          <ac:chgData name="Mohd Hafizuddin Bin Kamilin (宇部)" userId="dcc12b03-11b8-42c5-b91a-420a12a1d1e2" providerId="ADAL" clId="{C208E6D6-5F29-4ACC-84C5-187E083BCA60}" dt="2026-07-28T14:47:40.206" v="763" actId="207"/>
          <ac:spMkLst>
            <pc:docMk/>
            <pc:sldMk cId="833788671" sldId="267"/>
            <ac:spMk id="8" creationId="{00000000-0000-0000-0000-000000000000}"/>
          </ac:spMkLst>
        </pc:spChg>
        <pc:spChg chg="del">
          <ac:chgData name="Mohd Hafizuddin Bin Kamilin (宇部)" userId="dcc12b03-11b8-42c5-b91a-420a12a1d1e2" providerId="ADAL" clId="{C208E6D6-5F29-4ACC-84C5-187E083BCA60}" dt="2026-07-28T13:20:06.056" v="47" actId="478"/>
          <ac:spMkLst>
            <pc:docMk/>
            <pc:sldMk cId="833788671" sldId="267"/>
            <ac:spMk id="15" creationId="{78990C84-806A-A098-FF8A-0081389F61E6}"/>
          </ac:spMkLst>
        </pc:spChg>
        <pc:spChg chg="del mod">
          <ac:chgData name="Mohd Hafizuddin Bin Kamilin (宇部)" userId="dcc12b03-11b8-42c5-b91a-420a12a1d1e2" providerId="ADAL" clId="{C208E6D6-5F29-4ACC-84C5-187E083BCA60}" dt="2026-07-28T13:20:12.987" v="54" actId="478"/>
          <ac:spMkLst>
            <pc:docMk/>
            <pc:sldMk cId="833788671" sldId="267"/>
            <ac:spMk id="16" creationId="{A12C1AC8-470B-84D1-2419-2863F14A2FCC}"/>
          </ac:spMkLst>
        </pc:spChg>
        <pc:spChg chg="del">
          <ac:chgData name="Mohd Hafizuddin Bin Kamilin (宇部)" userId="dcc12b03-11b8-42c5-b91a-420a12a1d1e2" providerId="ADAL" clId="{C208E6D6-5F29-4ACC-84C5-187E083BCA60}" dt="2026-07-28T13:20:15.689" v="56" actId="478"/>
          <ac:spMkLst>
            <pc:docMk/>
            <pc:sldMk cId="833788671" sldId="267"/>
            <ac:spMk id="17" creationId="{EFAC8195-1CF0-1441-7D87-48985FF43EA5}"/>
          </ac:spMkLst>
        </pc:spChg>
        <pc:spChg chg="del">
          <ac:chgData name="Mohd Hafizuddin Bin Kamilin (宇部)" userId="dcc12b03-11b8-42c5-b91a-420a12a1d1e2" providerId="ADAL" clId="{C208E6D6-5F29-4ACC-84C5-187E083BCA60}" dt="2026-07-28T13:20:07.204" v="49" actId="478"/>
          <ac:spMkLst>
            <pc:docMk/>
            <pc:sldMk cId="833788671" sldId="267"/>
            <ac:spMk id="22" creationId="{7079008E-2CBC-E0D8-0684-46FA92AD57A7}"/>
          </ac:spMkLst>
        </pc:spChg>
        <pc:spChg chg="del">
          <ac:chgData name="Mohd Hafizuddin Bin Kamilin (宇部)" userId="dcc12b03-11b8-42c5-b91a-420a12a1d1e2" providerId="ADAL" clId="{C208E6D6-5F29-4ACC-84C5-187E083BCA60}" dt="2026-07-28T13:20:08.462" v="51" actId="478"/>
          <ac:spMkLst>
            <pc:docMk/>
            <pc:sldMk cId="833788671" sldId="267"/>
            <ac:spMk id="23" creationId="{BA97E77C-080C-C09A-E09A-EFBE00FF65B3}"/>
          </ac:spMkLst>
        </pc:spChg>
        <pc:spChg chg="del">
          <ac:chgData name="Mohd Hafizuddin Bin Kamilin (宇部)" userId="dcc12b03-11b8-42c5-b91a-420a12a1d1e2" providerId="ADAL" clId="{C208E6D6-5F29-4ACC-84C5-187E083BCA60}" dt="2026-07-28T13:20:24.673" v="60" actId="478"/>
          <ac:spMkLst>
            <pc:docMk/>
            <pc:sldMk cId="833788671" sldId="267"/>
            <ac:spMk id="24" creationId="{E3A0A839-A818-EC3F-7B92-9679242784FE}"/>
          </ac:spMkLst>
        </pc:spChg>
        <pc:spChg chg="del">
          <ac:chgData name="Mohd Hafizuddin Bin Kamilin (宇部)" userId="dcc12b03-11b8-42c5-b91a-420a12a1d1e2" providerId="ADAL" clId="{C208E6D6-5F29-4ACC-84C5-187E083BCA60}" dt="2026-07-28T13:20:21.240" v="59" actId="478"/>
          <ac:spMkLst>
            <pc:docMk/>
            <pc:sldMk cId="833788671" sldId="267"/>
            <ac:spMk id="25" creationId="{321639D3-1BF5-FDFF-3EC6-A280F78C3FF3}"/>
          </ac:spMkLst>
        </pc:spChg>
        <pc:spChg chg="add del">
          <ac:chgData name="Mohd Hafizuddin Bin Kamilin (宇部)" userId="dcc12b03-11b8-42c5-b91a-420a12a1d1e2" providerId="ADAL" clId="{C208E6D6-5F29-4ACC-84C5-187E083BCA60}" dt="2026-07-28T13:22:05.629" v="78" actId="22"/>
          <ac:spMkLst>
            <pc:docMk/>
            <pc:sldMk cId="833788671" sldId="267"/>
            <ac:spMk id="27" creationId="{6EDE22FC-61B3-085F-4466-545C05BA9C16}"/>
          </ac:spMkLst>
        </pc:spChg>
        <pc:spChg chg="add del mod">
          <ac:chgData name="Mohd Hafizuddin Bin Kamilin (宇部)" userId="dcc12b03-11b8-42c5-b91a-420a12a1d1e2" providerId="ADAL" clId="{C208E6D6-5F29-4ACC-84C5-187E083BCA60}" dt="2026-07-28T13:24:16.136" v="91" actId="478"/>
          <ac:spMkLst>
            <pc:docMk/>
            <pc:sldMk cId="833788671" sldId="267"/>
            <ac:spMk id="28" creationId="{1644C1F9-DB37-28FE-4119-D025F7A92E39}"/>
          </ac:spMkLst>
        </pc:spChg>
        <pc:spChg chg="add mod topLvl">
          <ac:chgData name="Mohd Hafizuddin Bin Kamilin (宇部)" userId="dcc12b03-11b8-42c5-b91a-420a12a1d1e2" providerId="ADAL" clId="{C208E6D6-5F29-4ACC-84C5-187E083BCA60}" dt="2026-07-28T14:26:46.386" v="653" actId="1035"/>
          <ac:spMkLst>
            <pc:docMk/>
            <pc:sldMk cId="833788671" sldId="267"/>
            <ac:spMk id="29" creationId="{52E106D6-337F-3D88-03E3-73FB164670F9}"/>
          </ac:spMkLst>
        </pc:spChg>
        <pc:spChg chg="add mod topLvl">
          <ac:chgData name="Mohd Hafizuddin Bin Kamilin (宇部)" userId="dcc12b03-11b8-42c5-b91a-420a12a1d1e2" providerId="ADAL" clId="{C208E6D6-5F29-4ACC-84C5-187E083BCA60}" dt="2026-07-28T14:47:53.745" v="765" actId="208"/>
          <ac:spMkLst>
            <pc:docMk/>
            <pc:sldMk cId="833788671" sldId="267"/>
            <ac:spMk id="30" creationId="{8F11B0AB-6B3D-F18B-6956-1EE82BBB45A3}"/>
          </ac:spMkLst>
        </pc:spChg>
        <pc:spChg chg="add mod topLvl">
          <ac:chgData name="Mohd Hafizuddin Bin Kamilin (宇部)" userId="dcc12b03-11b8-42c5-b91a-420a12a1d1e2" providerId="ADAL" clId="{C208E6D6-5F29-4ACC-84C5-187E083BCA60}" dt="2026-07-28T14:47:53.745" v="765" actId="208"/>
          <ac:spMkLst>
            <pc:docMk/>
            <pc:sldMk cId="833788671" sldId="267"/>
            <ac:spMk id="34" creationId="{1A1571A1-9B92-5668-6091-7DEF4AA2E749}"/>
          </ac:spMkLst>
        </pc:spChg>
        <pc:spChg chg="add mod topLvl">
          <ac:chgData name="Mohd Hafizuddin Bin Kamilin (宇部)" userId="dcc12b03-11b8-42c5-b91a-420a12a1d1e2" providerId="ADAL" clId="{C208E6D6-5F29-4ACC-84C5-187E083BCA60}" dt="2026-07-28T14:26:46.386" v="653" actId="1035"/>
          <ac:spMkLst>
            <pc:docMk/>
            <pc:sldMk cId="833788671" sldId="267"/>
            <ac:spMk id="38" creationId="{1139CFD4-ECFB-A597-BFD2-F7EDF7F531A6}"/>
          </ac:spMkLst>
        </pc:spChg>
        <pc:spChg chg="add mod">
          <ac:chgData name="Mohd Hafizuddin Bin Kamilin (宇部)" userId="dcc12b03-11b8-42c5-b91a-420a12a1d1e2" providerId="ADAL" clId="{C208E6D6-5F29-4ACC-84C5-187E083BCA60}" dt="2026-07-28T14:26:46.386" v="653" actId="1035"/>
          <ac:spMkLst>
            <pc:docMk/>
            <pc:sldMk cId="833788671" sldId="267"/>
            <ac:spMk id="42" creationId="{D368BC77-3710-E840-C365-9FE38A02103E}"/>
          </ac:spMkLst>
        </pc:spChg>
        <pc:spChg chg="add mod">
          <ac:chgData name="Mohd Hafizuddin Bin Kamilin (宇部)" userId="dcc12b03-11b8-42c5-b91a-420a12a1d1e2" providerId="ADAL" clId="{C208E6D6-5F29-4ACC-84C5-187E083BCA60}" dt="2026-07-28T14:32:26.234" v="726" actId="1038"/>
          <ac:spMkLst>
            <pc:docMk/>
            <pc:sldMk cId="833788671" sldId="267"/>
            <ac:spMk id="44" creationId="{83E08DBE-F03F-EFC9-9A78-6B7A4CF1ACA2}"/>
          </ac:spMkLst>
        </pc:spChg>
        <pc:spChg chg="add del mod">
          <ac:chgData name="Mohd Hafizuddin Bin Kamilin (宇部)" userId="dcc12b03-11b8-42c5-b91a-420a12a1d1e2" providerId="ADAL" clId="{C208E6D6-5F29-4ACC-84C5-187E083BCA60}" dt="2026-07-28T14:05:23.022" v="435" actId="478"/>
          <ac:spMkLst>
            <pc:docMk/>
            <pc:sldMk cId="833788671" sldId="267"/>
            <ac:spMk id="62" creationId="{2C723133-E8B4-63E1-8103-086C4A5217D6}"/>
          </ac:spMkLst>
        </pc:spChg>
        <pc:spChg chg="add del mod">
          <ac:chgData name="Mohd Hafizuddin Bin Kamilin (宇部)" userId="dcc12b03-11b8-42c5-b91a-420a12a1d1e2" providerId="ADAL" clId="{C208E6D6-5F29-4ACC-84C5-187E083BCA60}" dt="2026-07-28T14:08:01.337" v="473"/>
          <ac:spMkLst>
            <pc:docMk/>
            <pc:sldMk cId="833788671" sldId="267"/>
            <ac:spMk id="63" creationId="{C1BADAB4-119B-2989-A5D8-885C70DE442C}"/>
          </ac:spMkLst>
        </pc:spChg>
        <pc:spChg chg="add mod">
          <ac:chgData name="Mohd Hafizuddin Bin Kamilin (宇部)" userId="dcc12b03-11b8-42c5-b91a-420a12a1d1e2" providerId="ADAL" clId="{C208E6D6-5F29-4ACC-84C5-187E083BCA60}" dt="2026-07-28T14:36:04.699" v="750" actId="1036"/>
          <ac:spMkLst>
            <pc:docMk/>
            <pc:sldMk cId="833788671" sldId="267"/>
            <ac:spMk id="74" creationId="{E7C671E1-6A1D-7711-1AAD-9F5E042D99FB}"/>
          </ac:spMkLst>
        </pc:spChg>
        <pc:spChg chg="add del mod">
          <ac:chgData name="Mohd Hafizuddin Bin Kamilin (宇部)" userId="dcc12b03-11b8-42c5-b91a-420a12a1d1e2" providerId="ADAL" clId="{C208E6D6-5F29-4ACC-84C5-187E083BCA60}" dt="2026-07-28T14:20:47.198" v="574" actId="478"/>
          <ac:spMkLst>
            <pc:docMk/>
            <pc:sldMk cId="833788671" sldId="267"/>
            <ac:spMk id="76" creationId="{434E61E8-E4EF-18B2-E7D8-AAB97E8998E8}"/>
          </ac:spMkLst>
        </pc:spChg>
        <pc:spChg chg="add del">
          <ac:chgData name="Mohd Hafizuddin Bin Kamilin (宇部)" userId="dcc12b03-11b8-42c5-b91a-420a12a1d1e2" providerId="ADAL" clId="{C208E6D6-5F29-4ACC-84C5-187E083BCA60}" dt="2026-07-28T14:15:10.956" v="508" actId="22"/>
          <ac:spMkLst>
            <pc:docMk/>
            <pc:sldMk cId="833788671" sldId="267"/>
            <ac:spMk id="78" creationId="{C5A6E5B6-2F6B-7577-11E2-C13727CBA1B7}"/>
          </ac:spMkLst>
        </pc:spChg>
        <pc:spChg chg="add del">
          <ac:chgData name="Mohd Hafizuddin Bin Kamilin (宇部)" userId="dcc12b03-11b8-42c5-b91a-420a12a1d1e2" providerId="ADAL" clId="{C208E6D6-5F29-4ACC-84C5-187E083BCA60}" dt="2026-07-28T14:15:13.043" v="510" actId="22"/>
          <ac:spMkLst>
            <pc:docMk/>
            <pc:sldMk cId="833788671" sldId="267"/>
            <ac:spMk id="80" creationId="{A41D4094-80FF-E286-2653-460C747A2DBD}"/>
          </ac:spMkLst>
        </pc:spChg>
        <pc:spChg chg="add mod">
          <ac:chgData name="Mohd Hafizuddin Bin Kamilin (宇部)" userId="dcc12b03-11b8-42c5-b91a-420a12a1d1e2" providerId="ADAL" clId="{C208E6D6-5F29-4ACC-84C5-187E083BCA60}" dt="2026-07-28T14:33:52.637" v="734" actId="207"/>
          <ac:spMkLst>
            <pc:docMk/>
            <pc:sldMk cId="833788671" sldId="267"/>
            <ac:spMk id="82" creationId="{5BC93F1F-D88E-3A65-4B10-2A70079D7A86}"/>
          </ac:spMkLst>
        </pc:spChg>
        <pc:spChg chg="add mod">
          <ac:chgData name="Mohd Hafizuddin Bin Kamilin (宇部)" userId="dcc12b03-11b8-42c5-b91a-420a12a1d1e2" providerId="ADAL" clId="{C208E6D6-5F29-4ACC-84C5-187E083BCA60}" dt="2026-07-28T14:30:42.824" v="685" actId="1038"/>
          <ac:spMkLst>
            <pc:docMk/>
            <pc:sldMk cId="833788671" sldId="267"/>
            <ac:spMk id="84" creationId="{083F9725-3C47-4B99-48BA-DC2403FE0B77}"/>
          </ac:spMkLst>
        </pc:spChg>
        <pc:spChg chg="add mod">
          <ac:chgData name="Mohd Hafizuddin Bin Kamilin (宇部)" userId="dcc12b03-11b8-42c5-b91a-420a12a1d1e2" providerId="ADAL" clId="{C208E6D6-5F29-4ACC-84C5-187E083BCA60}" dt="2026-07-28T14:47:30.788" v="762" actId="1035"/>
          <ac:spMkLst>
            <pc:docMk/>
            <pc:sldMk cId="833788671" sldId="267"/>
            <ac:spMk id="85" creationId="{5DA3B455-6C84-0FAB-0DFA-89A8648358A0}"/>
          </ac:spMkLst>
        </pc:spChg>
        <pc:spChg chg="add mod">
          <ac:chgData name="Mohd Hafizuddin Bin Kamilin (宇部)" userId="dcc12b03-11b8-42c5-b91a-420a12a1d1e2" providerId="ADAL" clId="{C208E6D6-5F29-4ACC-84C5-187E083BCA60}" dt="2026-07-28T14:30:42.824" v="685" actId="1038"/>
          <ac:spMkLst>
            <pc:docMk/>
            <pc:sldMk cId="833788671" sldId="267"/>
            <ac:spMk id="88" creationId="{F0BE28B4-2E16-8616-30DE-D5642F27D0A0}"/>
          </ac:spMkLst>
        </pc:spChg>
        <pc:spChg chg="add mod">
          <ac:chgData name="Mohd Hafizuddin Bin Kamilin (宇部)" userId="dcc12b03-11b8-42c5-b91a-420a12a1d1e2" providerId="ADAL" clId="{C208E6D6-5F29-4ACC-84C5-187E083BCA60}" dt="2026-07-28T14:34:36.643" v="738" actId="123"/>
          <ac:spMkLst>
            <pc:docMk/>
            <pc:sldMk cId="833788671" sldId="267"/>
            <ac:spMk id="91" creationId="{6248CEFB-E5DC-1822-8BD3-4384E8BA3B64}"/>
          </ac:spMkLst>
        </pc:spChg>
        <pc:grpChg chg="add del mod">
          <ac:chgData name="Mohd Hafizuddin Bin Kamilin (宇部)" userId="dcc12b03-11b8-42c5-b91a-420a12a1d1e2" providerId="ADAL" clId="{C208E6D6-5F29-4ACC-84C5-187E083BCA60}" dt="2026-07-28T13:49:46.938" v="317" actId="165"/>
          <ac:grpSpMkLst>
            <pc:docMk/>
            <pc:sldMk cId="833788671" sldId="267"/>
            <ac:grpSpMk id="53" creationId="{70F9B506-CB0E-4EEB-FAD1-AA81933C692F}"/>
          </ac:grpSpMkLst>
        </pc:grpChg>
        <pc:grpChg chg="add del mod">
          <ac:chgData name="Mohd Hafizuddin Bin Kamilin (宇部)" userId="dcc12b03-11b8-42c5-b91a-420a12a1d1e2" providerId="ADAL" clId="{C208E6D6-5F29-4ACC-84C5-187E083BCA60}" dt="2026-07-28T13:51:02.940" v="358" actId="165"/>
          <ac:grpSpMkLst>
            <pc:docMk/>
            <pc:sldMk cId="833788671" sldId="267"/>
            <ac:grpSpMk id="54" creationId="{C55FD544-EB2E-AA83-A1F7-F046EE09F832}"/>
          </ac:grpSpMkLst>
        </pc:grpChg>
        <pc:graphicFrameChg chg="add del mod modGraphic">
          <ac:chgData name="Mohd Hafizuddin Bin Kamilin (宇部)" userId="dcc12b03-11b8-42c5-b91a-420a12a1d1e2" providerId="ADAL" clId="{C208E6D6-5F29-4ACC-84C5-187E083BCA60}" dt="2026-07-28T14:08:22.602" v="481" actId="478"/>
          <ac:graphicFrameMkLst>
            <pc:docMk/>
            <pc:sldMk cId="833788671" sldId="267"/>
            <ac:graphicFrameMk id="57" creationId="{FDDBC186-24FF-7D8A-1C9D-4D8FE1B01E46}"/>
          </ac:graphicFrameMkLst>
        </pc:graphicFrameChg>
        <pc:picChg chg="del">
          <ac:chgData name="Mohd Hafizuddin Bin Kamilin (宇部)" userId="dcc12b03-11b8-42c5-b91a-420a12a1d1e2" providerId="ADAL" clId="{C208E6D6-5F29-4ACC-84C5-187E083BCA60}" dt="2026-07-28T13:20:06.516" v="48" actId="478"/>
          <ac:picMkLst>
            <pc:docMk/>
            <pc:sldMk cId="833788671" sldId="267"/>
            <ac:picMk id="3" creationId="{AF7686FE-413F-4E53-BBE4-219D63D17588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3:09:10.440" v="38" actId="22"/>
          <ac:picMkLst>
            <pc:docMk/>
            <pc:sldMk cId="833788671" sldId="267"/>
            <ac:picMk id="9" creationId="{14C104D5-2216-1F44-75D0-96E6F973949B}"/>
          </ac:picMkLst>
        </pc:picChg>
        <pc:picChg chg="add del">
          <ac:chgData name="Mohd Hafizuddin Bin Kamilin (宇部)" userId="dcc12b03-11b8-42c5-b91a-420a12a1d1e2" providerId="ADAL" clId="{C208E6D6-5F29-4ACC-84C5-187E083BCA60}" dt="2026-07-28T13:09:03.753" v="21" actId="22"/>
          <ac:picMkLst>
            <pc:docMk/>
            <pc:sldMk cId="833788671" sldId="267"/>
            <ac:picMk id="12" creationId="{4065D9FE-FF41-E9A5-FD06-92941FE1D3F1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3:21:20.730" v="64" actId="478"/>
          <ac:picMkLst>
            <pc:docMk/>
            <pc:sldMk cId="833788671" sldId="267"/>
            <ac:picMk id="18" creationId="{A9F5E151-BBE5-1441-520A-2238A6380B98}"/>
          </ac:picMkLst>
        </pc:picChg>
        <pc:picChg chg="add mod topLvl modCrop">
          <ac:chgData name="Mohd Hafizuddin Bin Kamilin (宇部)" userId="dcc12b03-11b8-42c5-b91a-420a12a1d1e2" providerId="ADAL" clId="{C208E6D6-5F29-4ACC-84C5-187E083BCA60}" dt="2026-07-28T14:26:46.386" v="653" actId="1035"/>
          <ac:picMkLst>
            <pc:docMk/>
            <pc:sldMk cId="833788671" sldId="267"/>
            <ac:picMk id="20" creationId="{25E56E14-72A0-20E2-E764-E5C19EE753C9}"/>
          </ac:picMkLst>
        </pc:picChg>
        <pc:picChg chg="del">
          <ac:chgData name="Mohd Hafizuddin Bin Kamilin (宇部)" userId="dcc12b03-11b8-42c5-b91a-420a12a1d1e2" providerId="ADAL" clId="{C208E6D6-5F29-4ACC-84C5-187E083BCA60}" dt="2026-07-28T13:20:14.069" v="55" actId="478"/>
          <ac:picMkLst>
            <pc:docMk/>
            <pc:sldMk cId="833788671" sldId="267"/>
            <ac:picMk id="21" creationId="{AF8E3560-3F08-0350-2C42-98192FFAE0B7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3:52:34.090" v="364" actId="21"/>
          <ac:picMkLst>
            <pc:docMk/>
            <pc:sldMk cId="833788671" sldId="267"/>
            <ac:picMk id="56" creationId="{74B16408-3A59-37A5-4240-8D8CBFFCEB5B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4:05:01.524" v="430" actId="478"/>
          <ac:picMkLst>
            <pc:docMk/>
            <pc:sldMk cId="833788671" sldId="267"/>
            <ac:picMk id="59" creationId="{3730A239-B440-7977-A2CA-4CBF33E309E6}"/>
          </ac:picMkLst>
        </pc:picChg>
        <pc:picChg chg="add del mod ord">
          <ac:chgData name="Mohd Hafizuddin Bin Kamilin (宇部)" userId="dcc12b03-11b8-42c5-b91a-420a12a1d1e2" providerId="ADAL" clId="{C208E6D6-5F29-4ACC-84C5-187E083BCA60}" dt="2026-07-28T14:07:20.646" v="466" actId="478"/>
          <ac:picMkLst>
            <pc:docMk/>
            <pc:sldMk cId="833788671" sldId="267"/>
            <ac:picMk id="61" creationId="{87D96632-FE80-78B7-1127-FE7AE39E5F96}"/>
          </ac:picMkLst>
        </pc:picChg>
        <pc:picChg chg="add del mod modCrop">
          <ac:chgData name="Mohd Hafizuddin Bin Kamilin (宇部)" userId="dcc12b03-11b8-42c5-b91a-420a12a1d1e2" providerId="ADAL" clId="{C208E6D6-5F29-4ACC-84C5-187E083BCA60}" dt="2026-07-28T14:07:14.703" v="464"/>
          <ac:picMkLst>
            <pc:docMk/>
            <pc:sldMk cId="833788671" sldId="267"/>
            <ac:picMk id="64" creationId="{0084F467-D05E-2735-8F04-AD5D03C1C2F2}"/>
          </ac:picMkLst>
        </pc:picChg>
        <pc:picChg chg="add del mod modCrop">
          <ac:chgData name="Mohd Hafizuddin Bin Kamilin (宇部)" userId="dcc12b03-11b8-42c5-b91a-420a12a1d1e2" providerId="ADAL" clId="{C208E6D6-5F29-4ACC-84C5-187E083BCA60}" dt="2026-07-28T14:07:14.254" v="463" actId="22"/>
          <ac:picMkLst>
            <pc:docMk/>
            <pc:sldMk cId="833788671" sldId="267"/>
            <ac:picMk id="66" creationId="{3E430F9B-87CE-8BB7-975C-1B30EA4DF96C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4:08:01.337" v="473"/>
          <ac:picMkLst>
            <pc:docMk/>
            <pc:sldMk cId="833788671" sldId="267"/>
            <ac:picMk id="68" creationId="{EF65F7FC-7B02-4A7A-A10B-356B635A16D5}"/>
          </ac:picMkLst>
        </pc:picChg>
        <pc:picChg chg="mod">
          <ac:chgData name="Mohd Hafizuddin Bin Kamilin (宇部)" userId="dcc12b03-11b8-42c5-b91a-420a12a1d1e2" providerId="ADAL" clId="{C208E6D6-5F29-4ACC-84C5-187E083BCA60}" dt="2026-07-28T14:07:41.547" v="471"/>
          <ac:picMkLst>
            <pc:docMk/>
            <pc:sldMk cId="833788671" sldId="267"/>
            <ac:picMk id="69" creationId="{A3DF867E-E667-8FEB-7EC7-AC01184DC94D}"/>
          </ac:picMkLst>
        </pc:picChg>
        <pc:picChg chg="del mod">
          <ac:chgData name="Mohd Hafizuddin Bin Kamilin (宇部)" userId="dcc12b03-11b8-42c5-b91a-420a12a1d1e2" providerId="ADAL" clId="{C208E6D6-5F29-4ACC-84C5-187E083BCA60}" dt="2026-07-28T14:08:10.316" v="475" actId="478"/>
          <ac:picMkLst>
            <pc:docMk/>
            <pc:sldMk cId="833788671" sldId="267"/>
            <ac:picMk id="70" creationId="{3658818A-B4A3-E861-AB64-C2F4B03285E5}"/>
          </ac:picMkLst>
        </pc:picChg>
        <pc:picChg chg="add mod">
          <ac:chgData name="Mohd Hafizuddin Bin Kamilin (宇部)" userId="dcc12b03-11b8-42c5-b91a-420a12a1d1e2" providerId="ADAL" clId="{C208E6D6-5F29-4ACC-84C5-187E083BCA60}" dt="2026-07-28T14:36:00.495" v="745" actId="1037"/>
          <ac:picMkLst>
            <pc:docMk/>
            <pc:sldMk cId="833788671" sldId="267"/>
            <ac:picMk id="72" creationId="{D0E94CC4-67F9-8FB2-4C15-24FDC8CED5B7}"/>
          </ac:picMkLst>
        </pc:picChg>
        <pc:cxnChg chg="add mod topLvl">
          <ac:chgData name="Mohd Hafizuddin Bin Kamilin (宇部)" userId="dcc12b03-11b8-42c5-b91a-420a12a1d1e2" providerId="ADAL" clId="{C208E6D6-5F29-4ACC-84C5-187E083BCA60}" dt="2026-07-28T14:47:53.745" v="765" actId="208"/>
          <ac:cxnSpMkLst>
            <pc:docMk/>
            <pc:sldMk cId="833788671" sldId="267"/>
            <ac:cxnSpMk id="32" creationId="{8134A726-D7E7-92EB-68ED-28EAF82DDD90}"/>
          </ac:cxnSpMkLst>
        </pc:cxnChg>
        <pc:cxnChg chg="add mod topLvl">
          <ac:chgData name="Mohd Hafizuddin Bin Kamilin (宇部)" userId="dcc12b03-11b8-42c5-b91a-420a12a1d1e2" providerId="ADAL" clId="{C208E6D6-5F29-4ACC-84C5-187E083BCA60}" dt="2026-07-28T14:47:53.745" v="765" actId="208"/>
          <ac:cxnSpMkLst>
            <pc:docMk/>
            <pc:sldMk cId="833788671" sldId="267"/>
            <ac:cxnSpMk id="35" creationId="{2FE49D26-1B5D-0D01-643B-199AAFA18539}"/>
          </ac:cxnSpMkLst>
        </pc:cxnChg>
        <pc:cxnChg chg="add mod">
          <ac:chgData name="Mohd Hafizuddin Bin Kamilin (宇部)" userId="dcc12b03-11b8-42c5-b91a-420a12a1d1e2" providerId="ADAL" clId="{C208E6D6-5F29-4ACC-84C5-187E083BCA60}" dt="2026-07-28T14:47:30.788" v="762" actId="1035"/>
          <ac:cxnSpMkLst>
            <pc:docMk/>
            <pc:sldMk cId="833788671" sldId="267"/>
            <ac:cxnSpMk id="86" creationId="{2C1EEBB6-EEC2-9794-8986-7448879CF2AE}"/>
          </ac:cxnSpMkLst>
        </pc:cxnChg>
      </pc:sldChg>
      <pc:sldChg chg="add del">
        <pc:chgData name="Mohd Hafizuddin Bin Kamilin (宇部)" userId="dcc12b03-11b8-42c5-b91a-420a12a1d1e2" providerId="ADAL" clId="{C208E6D6-5F29-4ACC-84C5-187E083BCA60}" dt="2026-07-28T14:36:55.444" v="751" actId="47"/>
        <pc:sldMkLst>
          <pc:docMk/>
          <pc:sldMk cId="475887752" sldId="268"/>
        </pc:sldMkLst>
      </pc:sldChg>
      <pc:sldChg chg="addSp delSp modSp add del mod">
        <pc:chgData name="Mohd Hafizuddin Bin Kamilin (宇部)" userId="dcc12b03-11b8-42c5-b91a-420a12a1d1e2" providerId="ADAL" clId="{C208E6D6-5F29-4ACC-84C5-187E083BCA60}" dt="2026-07-28T13:09:09.633" v="34" actId="2890"/>
        <pc:sldMkLst>
          <pc:docMk/>
          <pc:sldMk cId="2546543683" sldId="268"/>
        </pc:sldMkLst>
        <pc:picChg chg="add del">
          <ac:chgData name="Mohd Hafizuddin Bin Kamilin (宇部)" userId="dcc12b03-11b8-42c5-b91a-420a12a1d1e2" providerId="ADAL" clId="{C208E6D6-5F29-4ACC-84C5-187E083BCA60}" dt="2026-07-28T13:09:09.317" v="33" actId="478"/>
          <ac:picMkLst>
            <pc:docMk/>
            <pc:sldMk cId="2546543683" sldId="268"/>
            <ac:picMk id="9" creationId="{865D0244-94AC-32E9-8158-349C57127438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3:09:08.960" v="32" actId="22"/>
          <ac:picMkLst>
            <pc:docMk/>
            <pc:sldMk cId="2546543683" sldId="268"/>
            <ac:picMk id="10" creationId="{8DF82150-F1B9-1997-1599-0196C1D48421}"/>
          </ac:picMkLst>
        </pc:picChg>
        <pc:picChg chg="add del mod">
          <ac:chgData name="Mohd Hafizuddin Bin Kamilin (宇部)" userId="dcc12b03-11b8-42c5-b91a-420a12a1d1e2" providerId="ADAL" clId="{C208E6D6-5F29-4ACC-84C5-187E083BCA60}" dt="2026-07-28T13:09:07.790" v="29" actId="22"/>
          <ac:picMkLst>
            <pc:docMk/>
            <pc:sldMk cId="2546543683" sldId="268"/>
            <ac:picMk id="13" creationId="{37481FCA-F37E-F966-D64C-16CEF78F92C8}"/>
          </ac:picMkLst>
        </pc:picChg>
      </pc:sldChg>
      <pc:sldChg chg="addSp delSp add del mod ord">
        <pc:chgData name="Mohd Hafizuddin Bin Kamilin (宇部)" userId="dcc12b03-11b8-42c5-b91a-420a12a1d1e2" providerId="ADAL" clId="{C208E6D6-5F29-4ACC-84C5-187E083BCA60}" dt="2026-07-28T14:36:55.444" v="751" actId="47"/>
        <pc:sldMkLst>
          <pc:docMk/>
          <pc:sldMk cId="1365747123" sldId="269"/>
        </pc:sldMkLst>
        <pc:graphicFrameChg chg="add del">
          <ac:chgData name="Mohd Hafizuddin Bin Kamilin (宇部)" userId="dcc12b03-11b8-42c5-b91a-420a12a1d1e2" providerId="ADAL" clId="{C208E6D6-5F29-4ACC-84C5-187E083BCA60}" dt="2026-07-28T14:07:11.232" v="455" actId="22"/>
          <ac:graphicFrameMkLst>
            <pc:docMk/>
            <pc:sldMk cId="1365747123" sldId="269"/>
            <ac:graphicFrameMk id="3" creationId="{29B49FA1-DA63-9493-26BE-6313B1B2A151}"/>
          </ac:graphicFrameMkLst>
        </pc:graphicFrameChg>
        <pc:graphicFrameChg chg="add">
          <ac:chgData name="Mohd Hafizuddin Bin Kamilin (宇部)" userId="dcc12b03-11b8-42c5-b91a-420a12a1d1e2" providerId="ADAL" clId="{C208E6D6-5F29-4ACC-84C5-187E083BCA60}" dt="2026-07-28T14:08:17.492" v="480" actId="22"/>
          <ac:graphicFrameMkLst>
            <pc:docMk/>
            <pc:sldMk cId="1365747123" sldId="269"/>
            <ac:graphicFrameMk id="10" creationId="{C160F2D8-81A6-C1FD-FD4B-86AC110643A9}"/>
          </ac:graphicFrameMkLst>
        </pc:graphicFrameChg>
      </pc:sldChg>
    </pc:docChg>
  </pc:docChgLst>
  <pc:docChgLst>
    <pc:chgData name="Mohd Hafizuddin Bin Kamilin (宇部)" userId="S::hafiz@ube.kosen-ac.jp::dcc12b03-11b8-42c5-b91a-420a12a1d1e2" providerId="AD" clId="Web-{A32D891B-A17A-557D-8F30-27A539BAEC5D}"/>
    <pc:docChg chg="modSld">
      <pc:chgData name="Mohd Hafizuddin Bin Kamilin (宇部)" userId="S::hafiz@ube.kosen-ac.jp::dcc12b03-11b8-42c5-b91a-420a12a1d1e2" providerId="AD" clId="Web-{A32D891B-A17A-557D-8F30-27A539BAEC5D}" dt="2026-07-28T12:54:41.513" v="13" actId="20577"/>
      <pc:docMkLst>
        <pc:docMk/>
      </pc:docMkLst>
      <pc:sldChg chg="modSp">
        <pc:chgData name="Mohd Hafizuddin Bin Kamilin (宇部)" userId="S::hafiz@ube.kosen-ac.jp::dcc12b03-11b8-42c5-b91a-420a12a1d1e2" providerId="AD" clId="Web-{A32D891B-A17A-557D-8F30-27A539BAEC5D}" dt="2026-07-28T12:54:41.513" v="13" actId="20577"/>
        <pc:sldMkLst>
          <pc:docMk/>
          <pc:sldMk cId="833788671" sldId="267"/>
        </pc:sldMkLst>
        <pc:spChg chg="mod">
          <ac:chgData name="Mohd Hafizuddin Bin Kamilin (宇部)" userId="S::hafiz@ube.kosen-ac.jp::dcc12b03-11b8-42c5-b91a-420a12a1d1e2" providerId="AD" clId="Web-{A32D891B-A17A-557D-8F30-27A539BAEC5D}" dt="2026-07-28T12:54:41.513" v="13" actId="20577"/>
          <ac:spMkLst>
            <pc:docMk/>
            <pc:sldMk cId="833788671" sldId="26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93037" y="0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EA04F-6593-43E3-BD66-F69C59E72D03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03869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93037" y="6403869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3C557-4C8F-4DE1-8C0F-98B007973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5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3037" y="0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CDDCA-63C8-441D-81BE-06F7FFB658D0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148138" y="842963"/>
            <a:ext cx="1576387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7965" y="3244758"/>
            <a:ext cx="7896734" cy="26549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03869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3037" y="6403869"/>
            <a:ext cx="4277301" cy="3382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A6056-C2C5-435E-A1A7-7F366B68B6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106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4148138" y="842963"/>
            <a:ext cx="1576387" cy="22748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A6056-C2C5-435E-A1A7-7F366B68B6C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5893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正方形/長方形 22"/>
          <p:cNvSpPr/>
          <p:nvPr userDrawn="1"/>
        </p:nvSpPr>
        <p:spPr>
          <a:xfrm>
            <a:off x="533400" y="609600"/>
            <a:ext cx="5753100" cy="867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719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283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735677" y="1841703"/>
            <a:ext cx="5386648" cy="6222594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816102" y="2001012"/>
            <a:ext cx="5225796" cy="590397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2846070" y="1831166"/>
            <a:ext cx="1165860" cy="924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2914650" y="1831167"/>
            <a:ext cx="1028700" cy="79248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538" y="3025113"/>
            <a:ext cx="5102352" cy="373786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465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9539" y="6762978"/>
            <a:ext cx="5102352" cy="72644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48940" y="1915160"/>
            <a:ext cx="960120" cy="660400"/>
          </a:xfrm>
        </p:spPr>
        <p:txBody>
          <a:bodyPr/>
          <a:lstStyle>
            <a:lvl1pPr algn="ctr">
              <a:defRPr lang="en-US" sz="825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8509" y="7527087"/>
            <a:ext cx="3322701" cy="330200"/>
          </a:xfrm>
        </p:spPr>
        <p:txBody>
          <a:bodyPr/>
          <a:lstStyle>
            <a:lvl1pPr algn="l">
              <a:defRPr/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0033" y="7527087"/>
            <a:ext cx="1188149" cy="330200"/>
          </a:xfrm>
        </p:spPr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878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3037840"/>
            <a:ext cx="2743200" cy="56794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66160" y="3037840"/>
            <a:ext cx="2743200" cy="56794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38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996260"/>
            <a:ext cx="2743200" cy="9245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3980742"/>
            <a:ext cx="2743200" cy="46228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66160" y="2996260"/>
            <a:ext cx="2743200" cy="9245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66160" y="3981728"/>
            <a:ext cx="2743200" cy="46228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15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4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73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073968" y="250952"/>
            <a:ext cx="1645920" cy="9404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225" y="877344"/>
            <a:ext cx="1367314" cy="2377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732" y="1310318"/>
            <a:ext cx="4071642" cy="7285365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9225" y="3302000"/>
            <a:ext cx="1367314" cy="506306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975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1120" y="396240"/>
            <a:ext cx="1491615" cy="911352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09506" y="9103360"/>
            <a:ext cx="822960" cy="396240"/>
          </a:xfrm>
        </p:spPr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50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073968" y="250952"/>
            <a:ext cx="1645920" cy="9404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5151120" y="396240"/>
            <a:ext cx="1491615" cy="911352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225" y="871728"/>
            <a:ext cx="1368171" cy="2377440"/>
          </a:xfrm>
        </p:spPr>
        <p:txBody>
          <a:bodyPr anchor="b">
            <a:noAutofit/>
          </a:bodyPr>
          <a:lstStyle>
            <a:lvl1pPr algn="l"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87" y="250952"/>
            <a:ext cx="4798886" cy="9404096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9225" y="3302000"/>
            <a:ext cx="1368171" cy="505866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975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675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48160" y="9113520"/>
            <a:ext cx="822960" cy="39624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870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7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7775" y="1100667"/>
            <a:ext cx="1328738" cy="75946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00667"/>
            <a:ext cx="4543425" cy="75946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049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624321"/>
            <a:ext cx="5143500" cy="3448756"/>
          </a:xfrm>
        </p:spPr>
        <p:txBody>
          <a:bodyPr anchor="b">
            <a:normAutofit/>
          </a:bodyPr>
          <a:lstStyle>
            <a:lvl1pPr algn="ctr">
              <a:defRPr sz="337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3927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47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3500"/>
            <a:ext cx="5915025" cy="4118412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576026"/>
            <a:ext cx="5915025" cy="2166937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43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5384" y="2641601"/>
            <a:ext cx="2914650" cy="628526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41601"/>
            <a:ext cx="2914650" cy="628526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428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4" y="2429340"/>
            <a:ext cx="2900363" cy="1192676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84" y="3622017"/>
            <a:ext cx="2900363" cy="53163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9340"/>
            <a:ext cx="2914651" cy="1192675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22017"/>
            <a:ext cx="2914651" cy="531631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79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354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64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60401"/>
            <a:ext cx="2211705" cy="23113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650" y="1430867"/>
            <a:ext cx="3471863" cy="70442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202" y="2971799"/>
            <a:ext cx="2211705" cy="550333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254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60400"/>
            <a:ext cx="2211705" cy="23114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0" y="1430867"/>
            <a:ext cx="3471863" cy="70442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202" y="2971800"/>
            <a:ext cx="2211705" cy="550333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705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206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52052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520523"/>
            <a:ext cx="4350544" cy="839487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561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86306" y="96032"/>
            <a:ext cx="2071693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3479809" y="0"/>
            <a:ext cx="3384000" cy="92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191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481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3904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9438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6838"/>
            <a:ext cx="2881312" cy="62849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505200" y="2636838"/>
            <a:ext cx="2881313" cy="62849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82341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075" y="527050"/>
            <a:ext cx="5915025" cy="19145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3075" y="2428875"/>
            <a:ext cx="2900363" cy="1189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3075" y="3617913"/>
            <a:ext cx="2900363" cy="532288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875"/>
            <a:ext cx="2916237" cy="1189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7913"/>
            <a:ext cx="2916237" cy="5322887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5039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3778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5113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609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6992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326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786306" y="540532"/>
            <a:ext cx="2071693" cy="66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3479809" y="444500"/>
            <a:ext cx="3384000" cy="92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7"/>
          <p:cNvSpPr/>
          <p:nvPr userDrawn="1"/>
        </p:nvSpPr>
        <p:spPr>
          <a:xfrm>
            <a:off x="11870" y="9813544"/>
            <a:ext cx="6840000" cy="92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タイトル 1"/>
          <p:cNvSpPr txBox="1">
            <a:spLocks/>
          </p:cNvSpPr>
          <p:nvPr userDrawn="1"/>
        </p:nvSpPr>
        <p:spPr>
          <a:xfrm>
            <a:off x="342900" y="626834"/>
            <a:ext cx="4140200" cy="84008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kumimoji="1" lang="en-US" sz="465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 sz="4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制御情報工学科</a:t>
            </a:r>
            <a:endParaRPr lang="en-US" altLang="ja-JP" sz="4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144530" y="164154"/>
            <a:ext cx="6683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平成２８年度宇部工業高等専門学校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第１回オープンキャンパス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(2016.8.6(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土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))</a:t>
            </a:r>
            <a:endParaRPr lang="en-US" altLang="ja-JP" sz="1400" dirty="0">
              <a:solidFill>
                <a:sysClr val="windowText" lastClr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 userDrawn="1"/>
        </p:nvSpPr>
        <p:spPr>
          <a:xfrm>
            <a:off x="441460" y="1313032"/>
            <a:ext cx="52134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ysClr val="windowText" lastClr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http://www.ube-k.ac.jp/departments/intelligent-system/</a:t>
            </a:r>
          </a:p>
        </p:txBody>
      </p:sp>
      <p:sp>
        <p:nvSpPr>
          <p:cNvPr id="13" name="テキスト ボックス 12"/>
          <p:cNvSpPr txBox="1"/>
          <p:nvPr userDrawn="1"/>
        </p:nvSpPr>
        <p:spPr>
          <a:xfrm>
            <a:off x="2642009" y="2159778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会場：一般棟２階２２番教室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69403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533400" y="609600"/>
            <a:ext cx="5753100" cy="8674100"/>
          </a:xfrm>
          <a:prstGeom prst="rect">
            <a:avLst/>
          </a:prstGeom>
          <a:solidFill>
            <a:schemeClr val="tx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27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6530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735677" y="1841703"/>
            <a:ext cx="5386648" cy="6222594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816102" y="2001012"/>
            <a:ext cx="5225796" cy="5903976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2846070" y="1841326"/>
            <a:ext cx="1165860" cy="924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2914650" y="1841327"/>
            <a:ext cx="1028700" cy="79248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538" y="3025113"/>
            <a:ext cx="5102352" cy="373786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4650" b="0" i="0" u="none" strike="noStrike" kern="1200" cap="all" spc="-75" normalizeH="0" baseline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9539" y="6762978"/>
            <a:ext cx="5102352" cy="726440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>
                <a:solidFill>
                  <a:schemeClr val="tx2"/>
                </a:solidFill>
                <a:effectLst/>
              </a:defRPr>
            </a:lvl1pPr>
            <a:lvl2pPr marL="3429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948940" y="1925320"/>
            <a:ext cx="960120" cy="660400"/>
          </a:xfrm>
        </p:spPr>
        <p:txBody>
          <a:bodyPr/>
          <a:lstStyle>
            <a:lvl1pPr algn="ctr">
              <a:defRPr lang="en-US" sz="825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82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8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8509" y="7527087"/>
            <a:ext cx="3322701" cy="3302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0033" y="7527087"/>
            <a:ext cx="1188149" cy="330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2298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3037840"/>
            <a:ext cx="2743200" cy="56794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66160" y="3037840"/>
            <a:ext cx="2743200" cy="56794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9975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996260"/>
            <a:ext cx="2743200" cy="9245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3980742"/>
            <a:ext cx="2743200" cy="46228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66160" y="2996260"/>
            <a:ext cx="2743200" cy="9245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66160" y="3981728"/>
            <a:ext cx="2743200" cy="46228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660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1005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2386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30502" y="422656"/>
            <a:ext cx="4622292" cy="9060688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38110" y="250952"/>
            <a:ext cx="4798886" cy="9404096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5073968" y="250952"/>
            <a:ext cx="1645920" cy="94040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225" y="877344"/>
            <a:ext cx="1367314" cy="2377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732" y="1310318"/>
            <a:ext cx="4071642" cy="7285365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9225" y="3302000"/>
            <a:ext cx="1367314" cy="5063067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975">
                <a:solidFill>
                  <a:schemeClr val="bg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879091" y="9050626"/>
            <a:ext cx="2962656" cy="396240"/>
          </a:xfrm>
        </p:spPr>
        <p:txBody>
          <a:bodyPr/>
          <a:lstStyle>
            <a:lvl1pPr algn="r"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5846444" y="9114569"/>
            <a:ext cx="822960" cy="39624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455F5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455F5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63122" y="422656"/>
            <a:ext cx="1467612" cy="9060688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05414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5073968" y="250952"/>
            <a:ext cx="1645920" cy="9404096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5163122" y="422656"/>
            <a:ext cx="1467612" cy="9060688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9225" y="871728"/>
            <a:ext cx="1368171" cy="2377440"/>
          </a:xfrm>
        </p:spPr>
        <p:txBody>
          <a:bodyPr anchor="b">
            <a:noAutofit/>
          </a:bodyPr>
          <a:lstStyle>
            <a:lvl1pPr algn="l">
              <a:defRPr sz="1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87" y="250952"/>
            <a:ext cx="4798886" cy="9404096"/>
          </a:xfrm>
          <a:solidFill>
            <a:schemeClr val="bg1">
              <a:lumMod val="50000"/>
              <a:lumOff val="5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9225" y="3302000"/>
            <a:ext cx="1368171" cy="505866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975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2700" dist="63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675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2700" dist="63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48160" y="9113520"/>
            <a:ext cx="822960" cy="39624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2263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1116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57775" y="1100667"/>
            <a:ext cx="1328738" cy="75946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00667"/>
            <a:ext cx="4543425" cy="75946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8062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5363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78362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046068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301176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3505320" y="2317680"/>
            <a:ext cx="301176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133750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504773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342720" y="394920"/>
            <a:ext cx="6171840" cy="7667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644333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505320" y="2317680"/>
            <a:ext cx="301176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42720" y="53182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325446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301176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5053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505320" y="53182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15032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5053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342720" y="5318280"/>
            <a:ext cx="617184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164221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7184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42720" y="5318280"/>
            <a:ext cx="617184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613622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505320" y="23176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342720" y="53182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3505320" y="5318280"/>
            <a:ext cx="301176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17317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ja-JP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42720" y="23176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2429640" y="23176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16560" y="23176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342720" y="53182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2429640" y="53182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4516560" y="5318280"/>
            <a:ext cx="1987200" cy="2739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ja-JP" sz="135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735177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タイトル スライド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正方形/長方形 22"/>
          <p:cNvSpPr/>
          <p:nvPr userDrawn="1"/>
        </p:nvSpPr>
        <p:spPr>
          <a:xfrm>
            <a:off x="533400" y="609600"/>
            <a:ext cx="5753100" cy="8674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905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017" y="250952"/>
            <a:ext cx="6593967" cy="9404096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19456" y="422656"/>
            <a:ext cx="6419088" cy="906068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928191"/>
            <a:ext cx="5760720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037840"/>
            <a:ext cx="5760720" cy="5679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107" y="9103360"/>
            <a:ext cx="1543050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7672" y="9103360"/>
            <a:ext cx="2962656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4782" y="9103360"/>
            <a:ext cx="822960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28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lang="en-US" sz="3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5384" y="528320"/>
            <a:ext cx="5915025" cy="1914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4" y="2641601"/>
            <a:ext cx="5915025" cy="6285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C7AE013-35C2-4F8B-9A7C-202D7641281A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7D6-E495-407D-9214-BCAED40EA4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212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Wingdings 2" pitchFamily="18" charset="2"/>
        <a:buChar char="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Wingdings 2" pitchFamily="18" charset="2"/>
        <a:buChar char="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Wingdings 2" pitchFamily="18" charset="2"/>
        <a:buChar char="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A2EC8-C214-4388-992C-7C66FC117ACF}" type="datetimeFigureOut">
              <a:rPr kumimoji="1" lang="ja-JP" altLang="en-US" smtClean="0"/>
              <a:t>2026/7/28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2F7AF-774E-4524-8A32-B3A5B8CD7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27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017" y="250952"/>
            <a:ext cx="6593967" cy="9404096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19456" y="422656"/>
            <a:ext cx="6419088" cy="906068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928191"/>
            <a:ext cx="5760720" cy="19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037840"/>
            <a:ext cx="5760720" cy="5679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503" y="9050626"/>
            <a:ext cx="1543050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7AE013-35C2-4F8B-9A7C-202D7641281A}" type="datetimeFigureOut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2026/7/28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7672" y="9050626"/>
            <a:ext cx="2962656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675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07666" y="9050626"/>
            <a:ext cx="822960" cy="3962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0B37D6-E495-407D-9214-BCAED40EA468}" type="slidenum">
              <a:rPr kumimoji="1" lang="ja-JP" altLang="en-US" sz="675" b="0" i="0" u="none" strike="noStrike" kern="1200" cap="none" spc="0" normalizeH="0" baseline="0" noProof="0" smtClean="0">
                <a:ln>
                  <a:noFill/>
                </a:ln>
                <a:solidFill>
                  <a:srgbClr val="E3DED1"/>
                </a:solidFill>
                <a:effectLst/>
                <a:uLnTx/>
                <a:uFillTx/>
                <a:latin typeface="Century Gothic" panose="020B0502020202020204"/>
                <a:ea typeface="ＭＳ ゴシック" panose="020B0609070205080204" pitchFamily="49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675" b="0" i="0" u="none" strike="noStrike" kern="1200" cap="none" spc="0" normalizeH="0" baseline="0" noProof="0">
              <a:ln>
                <a:noFill/>
              </a:ln>
              <a:solidFill>
                <a:srgbClr val="E3DED1"/>
              </a:solidFill>
              <a:effectLst/>
              <a:uLnTx/>
              <a:uFillTx/>
              <a:latin typeface="Century Gothic" panose="020B0502020202020204"/>
              <a:ea typeface="ＭＳ ゴシック" panose="020B0609070205080204" pitchFamily="49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6169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lang="en-US" sz="3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bg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bg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bg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kumimoji="1" sz="105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0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 hidden="1"/>
          <p:cNvSpPr/>
          <p:nvPr/>
        </p:nvSpPr>
        <p:spPr>
          <a:xfrm>
            <a:off x="132120" y="250920"/>
            <a:ext cx="6593760" cy="9403560"/>
          </a:xfrm>
          <a:prstGeom prst="rect">
            <a:avLst/>
          </a:prstGeom>
          <a:solidFill>
            <a:schemeClr val="bg2"/>
          </a:solidFill>
          <a:ln w="6480"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CustomShape 2" hidden="1"/>
          <p:cNvSpPr/>
          <p:nvPr/>
        </p:nvSpPr>
        <p:spPr>
          <a:xfrm>
            <a:off x="219600" y="422640"/>
            <a:ext cx="6418800" cy="9060480"/>
          </a:xfrm>
          <a:prstGeom prst="rect">
            <a:avLst/>
          </a:prstGeom>
          <a:noFill/>
          <a:ln w="6480">
            <a:solidFill>
              <a:schemeClr val="tx1">
                <a:lumMod val="75000"/>
                <a:lumOff val="2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CustomShape 3"/>
          <p:cNvSpPr/>
          <p:nvPr/>
        </p:nvSpPr>
        <p:spPr>
          <a:xfrm>
            <a:off x="0" y="0"/>
            <a:ext cx="6857640" cy="9905760"/>
          </a:xfrm>
          <a:prstGeom prst="rect">
            <a:avLst/>
          </a:prstGeom>
          <a:blipFill rotWithShape="0">
            <a:blip r:embed="rId15">
              <a:alphaModFix amt="40000"/>
            </a:blip>
            <a:tile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CustomShape 4"/>
          <p:cNvSpPr/>
          <p:nvPr/>
        </p:nvSpPr>
        <p:spPr>
          <a:xfrm>
            <a:off x="533520" y="609480"/>
            <a:ext cx="5752800" cy="867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PlaceHolder 5"/>
          <p:cNvSpPr>
            <a:spLocks noGrp="1"/>
          </p:cNvSpPr>
          <p:nvPr>
            <p:ph type="title"/>
          </p:nvPr>
        </p:nvSpPr>
        <p:spPr>
          <a:xfrm>
            <a:off x="342720" y="394920"/>
            <a:ext cx="6171840" cy="16538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ja-JP" sz="1800" b="0" strike="noStrike" spc="-1">
                <a:solidFill>
                  <a:srgbClr val="000000"/>
                </a:solidFill>
                <a:latin typeface="Garamond"/>
              </a:rPr>
              <a:t>タイトルテキストの書式を編集するにはクリックします。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342720" y="2317680"/>
            <a:ext cx="6171840" cy="5744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350" b="0" strike="noStrike" spc="-1">
                <a:solidFill>
                  <a:srgbClr val="000000"/>
                </a:solidFill>
                <a:latin typeface="Garamond"/>
              </a:rPr>
              <a:t>アウトラインテキストの書式を編集するにはクリックします。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1050" b="0" strike="noStrike" spc="-1">
                <a:solidFill>
                  <a:srgbClr val="000000"/>
                </a:solidFill>
                <a:latin typeface="Garamond"/>
              </a:rPr>
              <a:t>2レベル目のアウトライン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050" b="0" strike="noStrike" spc="-1">
                <a:solidFill>
                  <a:srgbClr val="000000"/>
                </a:solidFill>
                <a:latin typeface="Garamond"/>
              </a:rPr>
              <a:t>3レベル目のアウトライン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1050" b="0" strike="noStrike" spc="-1">
                <a:solidFill>
                  <a:srgbClr val="000000"/>
                </a:solidFill>
                <a:latin typeface="Garamond"/>
              </a:rPr>
              <a:t>4レベル目のアウトライン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strike="noStrike" spc="-1">
                <a:solidFill>
                  <a:srgbClr val="000000"/>
                </a:solidFill>
                <a:latin typeface="Garamond"/>
              </a:rPr>
              <a:t>5レベル目のアウトライン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strike="noStrike" spc="-1">
                <a:solidFill>
                  <a:srgbClr val="000000"/>
                </a:solidFill>
                <a:latin typeface="Garamond"/>
              </a:rPr>
              <a:t>6レベル目のアウトライン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strike="noStrike" spc="-1">
                <a:solidFill>
                  <a:srgbClr val="000000"/>
                </a:solidFill>
                <a:latin typeface="Garamond"/>
              </a:rPr>
              <a:t>7レベル目のアウトライン</a:t>
            </a:r>
          </a:p>
        </p:txBody>
      </p:sp>
    </p:spTree>
    <p:extLst>
      <p:ext uri="{BB962C8B-B14F-4D97-AF65-F5344CB8AC3E}">
        <p14:creationId xmlns:p14="http://schemas.microsoft.com/office/powerpoint/2010/main" val="304414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  <p:sldLayoutId id="2147484129" r:id="rId10"/>
    <p:sldLayoutId id="2147484130" r:id="rId11"/>
    <p:sldLayoutId id="2147484131" r:id="rId12"/>
    <p:sldLayoutId id="21474841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533400" y="609600"/>
            <a:ext cx="5753100" cy="86741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" name="グループ化 4"/>
          <p:cNvGrpSpPr/>
          <p:nvPr/>
        </p:nvGrpSpPr>
        <p:grpSpPr>
          <a:xfrm>
            <a:off x="901700" y="849013"/>
            <a:ext cx="5029200" cy="840087"/>
            <a:chOff x="1016000" y="849013"/>
            <a:chExt cx="5029200" cy="840087"/>
          </a:xfrm>
        </p:grpSpPr>
        <p:sp>
          <p:nvSpPr>
            <p:cNvPr id="6" name="タイトル 1"/>
            <p:cNvSpPr txBox="1">
              <a:spLocks/>
            </p:cNvSpPr>
            <p:nvPr/>
          </p:nvSpPr>
          <p:spPr>
            <a:xfrm>
              <a:off x="2070100" y="849013"/>
              <a:ext cx="3975100" cy="84008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685800" rtl="0" eaLnBrk="1" latinLnBrk="0" hangingPunct="1">
                <a:lnSpc>
                  <a:spcPct val="83000"/>
                </a:lnSpc>
                <a:spcBef>
                  <a:spcPct val="0"/>
                </a:spcBef>
                <a:buNone/>
                <a:defRPr kumimoji="1" lang="en-US" sz="4650" b="0" kern="1200" cap="all" spc="-75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lt"/>
                  <a:ea typeface="+mn-ea"/>
                  <a:cs typeface="+mn-cs"/>
                </a:defRPr>
              </a:lvl1pPr>
            </a:lstStyle>
            <a:p>
              <a:pPr algn="l"/>
              <a:r>
                <a:rPr lang="ja-JP" altLang="en-US" sz="2400" dirty="0">
                  <a:solidFill>
                    <a:schemeClr val="bg1"/>
                  </a:solidFill>
                  <a:latin typeface="HGP創英角ｺﾞｼｯｸUB"/>
                  <a:ea typeface="HGP創英角ｺﾞｼｯｸUB"/>
                  <a:cs typeface="+mj-lt"/>
                </a:rPr>
                <a:t>ゲームで強化学習の応用を体験してみよう！</a:t>
              </a:r>
              <a:endParaRPr lang="en-US" altLang="en-US" sz="2400" dirty="0">
                <a:solidFill>
                  <a:schemeClr val="bg1"/>
                </a:solidFill>
                <a:latin typeface="HGP創英角ｺﾞｼｯｸUB"/>
                <a:ea typeface="HGP創英角ｺﾞｼｯｸUB"/>
                <a:cs typeface="+mj-lt"/>
              </a:endParaRPr>
            </a:p>
          </p:txBody>
        </p:sp>
        <p:sp>
          <p:nvSpPr>
            <p:cNvPr id="7" name="タイトル 1"/>
            <p:cNvSpPr txBox="1">
              <a:spLocks/>
            </p:cNvSpPr>
            <p:nvPr/>
          </p:nvSpPr>
          <p:spPr>
            <a:xfrm>
              <a:off x="1016000" y="849013"/>
              <a:ext cx="1054100" cy="84008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txBody>
            <a:bodyPr vert="horz" lIns="91440" tIns="45720" rIns="91440" bIns="45720" rtlCol="0" anchor="ctr">
              <a:noAutofit/>
            </a:bodyPr>
            <a:lstStyle>
              <a:lvl1pPr algn="ctr" defTabSz="685800" rtl="0" eaLnBrk="1" latinLnBrk="0" hangingPunct="1">
                <a:lnSpc>
                  <a:spcPct val="83000"/>
                </a:lnSpc>
                <a:spcBef>
                  <a:spcPct val="0"/>
                </a:spcBef>
                <a:buNone/>
                <a:defRPr kumimoji="1" lang="en-US" sz="4650" b="0" kern="1200" cap="all" spc="-75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+mj-lt"/>
                  <a:ea typeface="+mn-ea"/>
                  <a:cs typeface="+mn-cs"/>
                </a:defRPr>
              </a:lvl1pPr>
            </a:lstStyle>
            <a:p>
              <a:endParaRPr lang="en-US" altLang="ja-JP" sz="4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endParaRPr>
            </a:p>
          </p:txBody>
        </p:sp>
      </p:grpSp>
      <p:sp>
        <p:nvSpPr>
          <p:cNvPr id="8" name="テキスト ボックス 7"/>
          <p:cNvSpPr txBox="1"/>
          <p:nvPr/>
        </p:nvSpPr>
        <p:spPr>
          <a:xfrm>
            <a:off x="750195" y="1832753"/>
            <a:ext cx="53576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ゲームを題材に、</a:t>
            </a:r>
            <a:r>
              <a:rPr lang="en-US" altLang="ja-JP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AI</a:t>
            </a: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が試行錯誤しながら学習する「強化学習」を体験します。迷路の中でネズミを動かし、チーズを見つける方法（</a:t>
            </a:r>
            <a:r>
              <a:rPr lang="en-US" altLang="ja-JP" sz="1400" dirty="0">
                <a:solidFill>
                  <a:srgbClr val="FFC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Q</a:t>
            </a:r>
            <a:r>
              <a:rPr lang="ja-JP" altLang="en-US" sz="1400" dirty="0">
                <a:solidFill>
                  <a:srgbClr val="FFC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テーブル</a:t>
            </a: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）を学習させます。プログラムを動かしながら、よりよい行動を選ぶ仕組みについて考えてみましょう。</a:t>
            </a:r>
            <a:endParaRPr kumimoji="1" lang="ja-JP" altLang="en-US" sz="1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660977" y="8822269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latin typeface="Arial" panose="020B0604020202020204" pitchFamily="34" charset="0"/>
                <a:ea typeface="ＭＳ 明朝" panose="02020609040205080304" pitchFamily="17" charset="-128"/>
              </a:rPr>
              <a:t>例：スイッチを用いた </a:t>
            </a:r>
            <a:r>
              <a:rPr lang="en-US" altLang="ja-JP" sz="1600" dirty="0">
                <a:latin typeface="Arial" panose="020B0604020202020204" pitchFamily="34" charset="0"/>
                <a:ea typeface="ＭＳ 明朝" panose="02020609040205080304" pitchFamily="17" charset="-128"/>
              </a:rPr>
              <a:t>LED</a:t>
            </a:r>
            <a:r>
              <a:rPr lang="ja-JP" altLang="en-US" sz="1600" dirty="0">
                <a:latin typeface="Arial" panose="020B0604020202020204" pitchFamily="34" charset="0"/>
                <a:ea typeface="ＭＳ 明朝" panose="02020609040205080304" pitchFamily="17" charset="-128"/>
              </a:rPr>
              <a:t> 点灯制御</a:t>
            </a:r>
            <a:endParaRPr kumimoji="1" lang="en-US" altLang="ja-JP" sz="1600" dirty="0">
              <a:latin typeface="Arial" panose="020B0604020202020204" pitchFamily="34" charset="0"/>
              <a:ea typeface="ＭＳ 明朝" panose="02020609040205080304" pitchFamily="17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901800" y="1028700"/>
            <a:ext cx="105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S6</a:t>
            </a:r>
            <a:endParaRPr kumimoji="1" lang="ja-JP" altLang="en-US" sz="28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E56E14-72A0-20E2-E764-E5C19EE753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2266492" y="2883020"/>
            <a:ext cx="2332790" cy="2334604"/>
          </a:xfrm>
          <a:prstGeom prst="rect">
            <a:avLst/>
          </a:prstGeom>
          <a:ln w="12700">
            <a:noFill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2E106D6-337F-3D88-03E3-73FB164670F9}"/>
              </a:ext>
            </a:extLst>
          </p:cNvPr>
          <p:cNvSpPr txBox="1"/>
          <p:nvPr/>
        </p:nvSpPr>
        <p:spPr>
          <a:xfrm>
            <a:off x="831850" y="3015290"/>
            <a:ext cx="128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矢印キーを使って</a:t>
            </a:r>
            <a:endParaRPr lang="en-US" altLang="ja-JP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ネズミを動かす</a:t>
            </a:r>
            <a:endParaRPr lang="en-US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F11B0AB-6B3D-F18B-6956-1EE82BBB45A3}"/>
              </a:ext>
            </a:extLst>
          </p:cNvPr>
          <p:cNvSpPr/>
          <p:nvPr/>
        </p:nvSpPr>
        <p:spPr>
          <a:xfrm>
            <a:off x="2498061" y="3109999"/>
            <a:ext cx="274320" cy="274320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34A726-D7E7-92EB-68ED-28EAF82DDD90}"/>
              </a:ext>
            </a:extLst>
          </p:cNvPr>
          <p:cNvCxnSpPr>
            <a:cxnSpLocks/>
            <a:stCxn id="30" idx="2"/>
            <a:endCxn id="29" idx="3"/>
          </p:cNvCxnSpPr>
          <p:nvPr/>
        </p:nvCxnSpPr>
        <p:spPr>
          <a:xfrm flipH="1" flipV="1">
            <a:off x="2120985" y="3246123"/>
            <a:ext cx="377076" cy="1036"/>
          </a:xfrm>
          <a:prstGeom prst="line">
            <a:avLst/>
          </a:prstGeom>
          <a:ln w="28575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1A1571A1-9B92-5668-6091-7DEF4AA2E749}"/>
              </a:ext>
            </a:extLst>
          </p:cNvPr>
          <p:cNvSpPr/>
          <p:nvPr/>
        </p:nvSpPr>
        <p:spPr>
          <a:xfrm>
            <a:off x="3874463" y="4041512"/>
            <a:ext cx="274320" cy="274320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E49D26-1B5D-0D01-643B-199AAFA18539}"/>
              </a:ext>
            </a:extLst>
          </p:cNvPr>
          <p:cNvCxnSpPr>
            <a:cxnSpLocks/>
            <a:stCxn id="38" idx="1"/>
            <a:endCxn id="34" idx="6"/>
          </p:cNvCxnSpPr>
          <p:nvPr/>
        </p:nvCxnSpPr>
        <p:spPr>
          <a:xfrm flipH="1" flipV="1">
            <a:off x="4148783" y="4178672"/>
            <a:ext cx="583543" cy="1340"/>
          </a:xfrm>
          <a:prstGeom prst="line">
            <a:avLst/>
          </a:prstGeom>
          <a:ln w="28575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39CFD4-ECFB-A597-BFD2-F7EDF7F531A6}"/>
              </a:ext>
            </a:extLst>
          </p:cNvPr>
          <p:cNvSpPr txBox="1"/>
          <p:nvPr/>
        </p:nvSpPr>
        <p:spPr>
          <a:xfrm>
            <a:off x="4732326" y="4041512"/>
            <a:ext cx="1156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チーズを目指す</a:t>
            </a:r>
            <a:endParaRPr lang="en-US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42" name="矢印: 下 21">
            <a:extLst>
              <a:ext uri="{FF2B5EF4-FFF2-40B4-BE49-F238E27FC236}">
                <a16:creationId xmlns:a16="http://schemas.microsoft.com/office/drawing/2014/main" id="{D368BC77-3710-E840-C365-9FE38A02103E}"/>
              </a:ext>
            </a:extLst>
          </p:cNvPr>
          <p:cNvSpPr/>
          <p:nvPr/>
        </p:nvSpPr>
        <p:spPr>
          <a:xfrm>
            <a:off x="2583914" y="5350499"/>
            <a:ext cx="1652072" cy="255743"/>
          </a:xfrm>
          <a:prstGeom prst="downArrow">
            <a:avLst>
              <a:gd name="adj1" fmla="val 32669"/>
              <a:gd name="adj2" fmla="val 7048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B9CD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四角形: 角を丸くする 15">
            <a:extLst>
              <a:ext uri="{FF2B5EF4-FFF2-40B4-BE49-F238E27FC236}">
                <a16:creationId xmlns:a16="http://schemas.microsoft.com/office/drawing/2014/main" id="{83E08DBE-F03F-EFC9-9A78-6B7A4CF1ACA2}"/>
              </a:ext>
            </a:extLst>
          </p:cNvPr>
          <p:cNvSpPr/>
          <p:nvPr/>
        </p:nvSpPr>
        <p:spPr>
          <a:xfrm>
            <a:off x="2655888" y="5739117"/>
            <a:ext cx="1506537" cy="3814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B9CD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Q</a:t>
            </a:r>
            <a:r>
              <a:rPr lang="ja-JP" altLang="en-US" sz="14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テーブルを使う</a:t>
            </a:r>
            <a:endParaRPr kumimoji="1" lang="ja-JP" altLang="en-US" sz="14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D0E94CC4-67F9-8FB2-4C15-24FDC8CED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56" y="6587903"/>
            <a:ext cx="1887696" cy="1651734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7C671E1-6A1D-7711-1AAD-9F5E042D99FB}"/>
              </a:ext>
            </a:extLst>
          </p:cNvPr>
          <p:cNvSpPr txBox="1"/>
          <p:nvPr/>
        </p:nvSpPr>
        <p:spPr>
          <a:xfrm>
            <a:off x="856879" y="6306210"/>
            <a:ext cx="1949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Q</a:t>
            </a:r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テーブルで学習させよう！</a:t>
            </a:r>
            <a:endParaRPr lang="en-US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C93F1F-D88E-3A65-4B10-2A70079D7A86}"/>
              </a:ext>
            </a:extLst>
          </p:cNvPr>
          <p:cNvSpPr txBox="1"/>
          <p:nvPr/>
        </p:nvSpPr>
        <p:spPr>
          <a:xfrm>
            <a:off x="813190" y="8116417"/>
            <a:ext cx="1812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よい行動＝</a:t>
            </a:r>
            <a:r>
              <a:rPr lang="ja-JP" altLang="en-US" sz="1200" dirty="0">
                <a:solidFill>
                  <a:srgbClr val="00B050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高い</a:t>
            </a:r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点数</a:t>
            </a:r>
            <a:endParaRPr lang="en-US" altLang="ja-JP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  <a:p>
            <a:pPr algn="ctr"/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よくない行動＝</a:t>
            </a:r>
            <a:r>
              <a:rPr lang="ja-JP" altLang="en-US" sz="1200" dirty="0">
                <a:solidFill>
                  <a:srgbClr val="FF0000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低い</a:t>
            </a:r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点数</a:t>
            </a:r>
            <a:endParaRPr lang="en-US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3F9725-3C47-4B99-48BA-DC2403FE0B77}"/>
              </a:ext>
            </a:extLst>
          </p:cNvPr>
          <p:cNvSpPr txBox="1"/>
          <p:nvPr/>
        </p:nvSpPr>
        <p:spPr>
          <a:xfrm>
            <a:off x="2823497" y="6983273"/>
            <a:ext cx="1249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rPr>
              <a:t>大きい数字を選ぶと、ゴールに近づけるかも！</a:t>
            </a:r>
            <a:endParaRPr lang="en-US" sz="1200" dirty="0">
              <a:solidFill>
                <a:schemeClr val="bg1"/>
              </a:solidFill>
              <a:latin typeface="HGPSoeiKakugothicUB" panose="020B0900000000000000" pitchFamily="34" charset="-128"/>
              <a:ea typeface="HGPSoeiKakugothicUB" panose="020B0900000000000000" pitchFamily="34" charset="-128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DA3B455-6C84-0FAB-0DFA-89A8648358A0}"/>
              </a:ext>
            </a:extLst>
          </p:cNvPr>
          <p:cNvSpPr/>
          <p:nvPr/>
        </p:nvSpPr>
        <p:spPr>
          <a:xfrm>
            <a:off x="2070548" y="7143879"/>
            <a:ext cx="274320" cy="274320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C1EEBB6-EEC2-9794-8986-7448879CF2AE}"/>
              </a:ext>
            </a:extLst>
          </p:cNvPr>
          <p:cNvCxnSpPr>
            <a:cxnSpLocks/>
            <a:endCxn id="85" idx="6"/>
          </p:cNvCxnSpPr>
          <p:nvPr/>
        </p:nvCxnSpPr>
        <p:spPr>
          <a:xfrm flipH="1">
            <a:off x="2344868" y="7281039"/>
            <a:ext cx="486506" cy="0"/>
          </a:xfrm>
          <a:prstGeom prst="line">
            <a:avLst/>
          </a:prstGeom>
          <a:ln w="28575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24">
            <a:extLst>
              <a:ext uri="{FF2B5EF4-FFF2-40B4-BE49-F238E27FC236}">
                <a16:creationId xmlns:a16="http://schemas.microsoft.com/office/drawing/2014/main" id="{F0BE28B4-2E16-8616-30DE-D5642F27D0A0}"/>
              </a:ext>
            </a:extLst>
          </p:cNvPr>
          <p:cNvSpPr txBox="1"/>
          <p:nvPr/>
        </p:nvSpPr>
        <p:spPr>
          <a:xfrm>
            <a:off x="4142168" y="6529247"/>
            <a:ext cx="1889437" cy="165173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学習した</a:t>
            </a:r>
            <a:r>
              <a:rPr lang="en-US" altLang="ja-JP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Q</a:t>
            </a: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テーブルを使って、ネズミを自動で動かします。</a:t>
            </a:r>
            <a:endParaRPr lang="en-US" altLang="ja-JP" sz="1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endParaRPr lang="ja-JP" altLang="en-US" sz="1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壁や罠を避けて、チーズまでたどり着けるか確かめてみましょう！</a:t>
            </a:r>
            <a:endParaRPr kumimoji="1" lang="ja-JP" altLang="en-US" sz="1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91" name="テキスト ボックス 23">
            <a:extLst>
              <a:ext uri="{FF2B5EF4-FFF2-40B4-BE49-F238E27FC236}">
                <a16:creationId xmlns:a16="http://schemas.microsoft.com/office/drawing/2014/main" id="{6248CEFB-E5DC-1822-8BD3-4384E8BA3B64}"/>
              </a:ext>
            </a:extLst>
          </p:cNvPr>
          <p:cNvSpPr txBox="1"/>
          <p:nvPr/>
        </p:nvSpPr>
        <p:spPr>
          <a:xfrm>
            <a:off x="731145" y="8698647"/>
            <a:ext cx="535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lang="ja-JP" altLang="en-US" sz="1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学習の回数や点数のつけ方を変えると、ネズミの動きはどう変わるでしょうか？いろいろな設定を試して、結果を比べてみましょう。</a:t>
            </a:r>
            <a:endParaRPr kumimoji="1" lang="ja-JP" altLang="en-US" sz="1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3788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シャボン">
  <a:themeElements>
    <a:clrScheme name="シャボン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シャボン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シャボン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シャボン">
  <a:themeElements>
    <a:clrScheme name="シャボン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シャボン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シャボン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901404-ecac-4961-9352-d236afeefc8f" xsi:nil="true"/>
    <lcf76f155ced4ddcb4097134ff3c332f xmlns="1ed0c1c6-3dfa-4951-8e8e-841212af116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CBAF46F4FF1744486C9B982F2F22868" ma:contentTypeVersion="15" ma:contentTypeDescription="新しいドキュメントを作成します。" ma:contentTypeScope="" ma:versionID="81f4090f404b4d8758b1be3c867b4e12">
  <xsd:schema xmlns:xsd="http://www.w3.org/2001/XMLSchema" xmlns:xs="http://www.w3.org/2001/XMLSchema" xmlns:p="http://schemas.microsoft.com/office/2006/metadata/properties" xmlns:ns2="1ed0c1c6-3dfa-4951-8e8e-841212af1160" xmlns:ns3="59901404-ecac-4961-9352-d236afeefc8f" targetNamespace="http://schemas.microsoft.com/office/2006/metadata/properties" ma:root="true" ma:fieldsID="fdb28d32bf2ef0ae980a53cc502a14a0" ns2:_="" ns3:_="">
    <xsd:import namespace="1ed0c1c6-3dfa-4951-8e8e-841212af1160"/>
    <xsd:import namespace="59901404-ecac-4961-9352-d236afeefc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0c1c6-3dfa-4951-8e8e-841212af11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01404-ecac-4961-9352-d236afeefc8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610f0ff-e1b8-4842-95de-af79dc93e052}" ma:internalName="TaxCatchAll" ma:showField="CatchAllData" ma:web="59901404-ecac-4961-9352-d236afeefc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34BDBA-84DA-4867-B758-820673E7B0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338F65-D2C2-4980-AFDF-FB9C9C4B1A4B}">
  <ds:schemaRefs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1ed0c1c6-3dfa-4951-8e8e-841212af1160"/>
    <ds:schemaRef ds:uri="http://schemas.openxmlformats.org/package/2006/metadata/core-properties"/>
    <ds:schemaRef ds:uri="59901404-ecac-4961-9352-d236afeefc8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095BF8F-7366-4BF2-9052-A6130279B7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d0c1c6-3dfa-4951-8e8e-841212af1160"/>
    <ds:schemaRef ds:uri="59901404-ecac-4961-9352-d236afeefc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e835d-5e95-4512-8ae0-a7b38af25fc8}" enabled="0" method="" siteId="{72fe835d-5e95-4512-8ae0-a7b38af25fc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TM03457510[[fn=シャボン]]</Template>
  <TotalTime>220</TotalTime>
  <Words>176</Words>
  <Application>Microsoft Office PowerPoint</Application>
  <PresentationFormat>A4 Paper (210x297 mm)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7" baseType="lpstr">
      <vt:lpstr>HGP創英角ｺﾞｼｯｸUB</vt:lpstr>
      <vt:lpstr>HGP創英角ｺﾞｼｯｸUB</vt:lpstr>
      <vt:lpstr>メイリオ</vt:lpstr>
      <vt:lpstr>Arial</vt:lpstr>
      <vt:lpstr>Calibri</vt:lpstr>
      <vt:lpstr>Calibri Light</vt:lpstr>
      <vt:lpstr>Century Gothic</vt:lpstr>
      <vt:lpstr>Garamond</vt:lpstr>
      <vt:lpstr>Symbol</vt:lpstr>
      <vt:lpstr>Wingdings</vt:lpstr>
      <vt:lpstr>Wingdings 2</vt:lpstr>
      <vt:lpstr>1_シャボン</vt:lpstr>
      <vt:lpstr>HDOfficeLightV0</vt:lpstr>
      <vt:lpstr>デザインの設定</vt:lpstr>
      <vt:lpstr>2_シャボン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Nyuko</dc:creator>
  <cp:lastModifiedBy>Mohd Hafizuddin Bin Kamilin (宇部)</cp:lastModifiedBy>
  <cp:revision>59</cp:revision>
  <dcterms:created xsi:type="dcterms:W3CDTF">2016-07-10T02:22:23Z</dcterms:created>
  <dcterms:modified xsi:type="dcterms:W3CDTF">2026-07-28T14:47:56Z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0x0101009CBAF46F4FF1744486C9B982F2F22868</vt:lpwstr>
  </property>
  <property fmtid="{D5CDD505-2E9C-101B-9397-08002B2CF9AE}" pid="3" name="MediaServiceImageTags">
    <vt:lpwstr/>
  </property>
</Properties>
</file>